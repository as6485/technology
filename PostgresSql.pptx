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3C9A2-F68F-E593-7460-6E6798A1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7BD5F-E3B7-12C6-0ED0-508242740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0988C-18B8-87D2-C9FE-1F776F48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E822C-023C-457B-BE59-79AB70E1245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C7644-7187-B98E-4BFB-86A6E0EE6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74640-06F9-5466-CDEB-7BF09F54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FE14-431D-4BA1-B371-8902340B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65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3EB4F-6B70-9E9F-109E-564644704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BC48D-76A4-39B5-EFBB-049E6FEC5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5E965-64DF-83BA-25BA-54A14267F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E822C-023C-457B-BE59-79AB70E1245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E4FC7-E7F3-A143-FEF5-93229006D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093E1-D331-9F1B-B8CC-69896514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FE14-431D-4BA1-B371-8902340B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61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DCE37-532B-8050-8649-BB7793A8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18FC2-C074-3508-D090-2C5C1E8BE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10F01-9815-8C71-7722-72A18980B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E822C-023C-457B-BE59-79AB70E1245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DE4BD-BB2C-8599-9F11-A0CC6D59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34A19-9B02-273E-7509-022AFB29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FE14-431D-4BA1-B371-8902340B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02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5A90E-7548-2DE1-D301-24B72186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235C2-D6A5-0279-B7C0-86013023A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B7344-215A-2394-C43A-23404DA1E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F554D-9A47-76CB-2B70-B2D3ED0C0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E822C-023C-457B-BE59-79AB70E1245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F9A6F-63B8-09CD-4401-E4071995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503DF-7356-11C8-3E8A-4FBCBC2A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FE14-431D-4BA1-B371-8902340B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01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08C47-2167-A00D-50DD-97A7DA339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8241A-E279-3961-1DAE-96E4173B8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7A5F8-7441-3580-DA57-5702CD60F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D4DD9-9723-E047-4B8E-66795B026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E2D6E5-A333-8977-C16D-11324A8AE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86EA1D-E1CA-C9DA-D733-81C1D2A2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E822C-023C-457B-BE59-79AB70E1245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475FC-0C66-1AC7-F87C-7840EC79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325B0-8A4A-8F88-9F72-72BD95FE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FE14-431D-4BA1-B371-8902340B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33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351C-B726-B852-C9A0-256365CD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F29F3-6A90-EBB7-0B19-2F2E3621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E822C-023C-457B-BE59-79AB70E1245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640E8F-96F9-5781-6EB4-2DE1E707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D4F92-5EAB-BEC3-9FC5-780374736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FE14-431D-4BA1-B371-8902340B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364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D15247-1915-E9AF-13C1-CA06093EC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E822C-023C-457B-BE59-79AB70E1245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73682-DE42-32D0-1877-935F61CC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B2DF0-129E-280E-4A3B-21495672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FE14-431D-4BA1-B371-8902340B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93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DEB9-695D-B55F-7582-E3155194B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D9104-956F-1FEC-231F-059E0999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A09F6-4CFB-DA38-6827-529BF8806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83635-56A6-B17E-6958-3FE35100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E822C-023C-457B-BE59-79AB70E1245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84ED7-5222-B7BB-026C-50962E03E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A6015-A607-50EA-BB61-237AC8A7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FE14-431D-4BA1-B371-8902340B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97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FA8A7-B9C5-8F86-0B16-0B174D057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87385-541A-CE5A-48D2-BC02A5C4E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85E9C-CAE6-AE43-5E2C-D7A431E4B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29F69-7E35-F450-8BDC-C7715393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E822C-023C-457B-BE59-79AB70E1245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C71C1-7FBB-6D4D-60D5-8EAF30B0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1C47D-8EB0-3541-1DB2-EE2362AA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FE14-431D-4BA1-B371-8902340B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636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D054-AACE-5293-9E83-7FBE6E6DF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ACD16-68F8-BD32-2DA2-534E843B1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59294-6271-CE01-EE02-67B8625A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E822C-023C-457B-BE59-79AB70E1245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6EC5B-1FC1-DCB6-9411-A70BB8F0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54BB1-EF57-4858-ECFE-E027BA76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FE14-431D-4BA1-B371-8902340B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804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E50F7F-C5D2-188C-7DC8-48D071EAA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633F2-3DF6-B602-9458-A412319E9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6F2AA-95F7-8B72-F7D5-733D5D5FA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E822C-023C-457B-BE59-79AB70E1245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E5E64-93A9-7CCF-1EE8-05CA4A3F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4B49B-710C-FF63-4633-B0E7E913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6FE14-431D-4BA1-B371-8902340B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23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1D92B-0E10-32A9-DF7C-2E816778F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D0637-7E94-F3C8-8AAD-94600F2C9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B5719-F245-A81C-9B05-4CA9DEDB3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E822C-023C-457B-BE59-79AB70E1245C}" type="datetimeFigureOut">
              <a:rPr lang="en-IN" smtClean="0"/>
              <a:t>15-07-2024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E1768-ACEF-D4F0-823D-4F573F4CA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64F17-2B8A-D537-75F6-563C3511A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6FE14-431D-4BA1-B371-8902340B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080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current/tutorial-arch.html" TargetMode="External"/><Relationship Id="rId2" Type="http://schemas.openxmlformats.org/officeDocument/2006/relationships/hyperlink" Target="https://medium.com/@hnasr/postgresql-process-architecture-f21e16459907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XzAP6LqXg9o&amp;list=PLwxrtuGg5dNGv4jvDY3TEddn2HIn4-uF9&amp;index=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stgres Process Architecture by Hussein Nasser">
            <a:extLst>
              <a:ext uri="{FF2B5EF4-FFF2-40B4-BE49-F238E27FC236}">
                <a16:creationId xmlns:a16="http://schemas.microsoft.com/office/drawing/2014/main" id="{EBB78E54-6081-35E1-E0D2-FC3395FA6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514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B593-BE95-7F86-5611-CB39E5D4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Repmgr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511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A6A7C4-00F7-A089-F9F3-50165AA917B8}"/>
              </a:ext>
            </a:extLst>
          </p:cNvPr>
          <p:cNvSpPr txBox="1"/>
          <p:nvPr/>
        </p:nvSpPr>
        <p:spPr>
          <a:xfrm>
            <a:off x="1295400" y="217714"/>
            <a:ext cx="575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2EE07-CB16-BC33-89D5-AA49E59884A4}"/>
              </a:ext>
            </a:extLst>
          </p:cNvPr>
          <p:cNvSpPr txBox="1"/>
          <p:nvPr/>
        </p:nvSpPr>
        <p:spPr>
          <a:xfrm>
            <a:off x="1295400" y="1186542"/>
            <a:ext cx="106788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https://medium.com/@hnasr/postgresql-process-architecture-f21e16459907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3"/>
              </a:rPr>
              <a:t>https://www.postgresql.org/docs/current/tutorial-arch.html</a:t>
            </a:r>
            <a:endParaRPr lang="en-IN" dirty="0"/>
          </a:p>
          <a:p>
            <a:r>
              <a:rPr lang="en-IN" dirty="0"/>
              <a:t> </a:t>
            </a:r>
          </a:p>
          <a:p>
            <a:r>
              <a:rPr lang="en-IN" dirty="0">
                <a:hlinkClick r:id="rId4"/>
              </a:rPr>
              <a:t>https://www.youtube.com/watch?v=XzAP6LqXg9o&amp;list=PLwxrtuGg5dNGv4jvDY3TEddn2HIn4-uF9&amp;index=8</a:t>
            </a:r>
            <a:endParaRPr lang="en-IN" dirty="0"/>
          </a:p>
          <a:p>
            <a:endParaRPr lang="en-IN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19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Repmgr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Urmisha Sengupta</dc:creator>
  <cp:lastModifiedBy>Urmisha Sengupta</cp:lastModifiedBy>
  <cp:revision>7</cp:revision>
  <dcterms:created xsi:type="dcterms:W3CDTF">2024-07-15T08:37:50Z</dcterms:created>
  <dcterms:modified xsi:type="dcterms:W3CDTF">2024-07-15T08:41:12Z</dcterms:modified>
</cp:coreProperties>
</file>