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128A8-CA3F-53DD-2B0F-1C0F0DC3C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2AD632-ABBC-FC75-E27C-716E8F9455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2AEA9-547B-27F3-E6A6-0500240F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73560-3542-810E-D5DE-17C19A944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DFE59-7D5E-A25D-2AD8-07A349AA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CAC38-F619-6550-E4C3-D4EE1648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166F4-D2A9-BFA2-8400-00A3A9837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A832E-8DB5-790B-23C9-B6A6428A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69C2B-A6F0-7C34-3D16-43D07559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ECDD6-54A9-20A2-45B2-12BC15D1C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7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DBCC-556F-7395-83CA-42D4CDB4B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9E346-4D37-BB41-670C-282782077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56832-7402-988A-ED53-0CB8EBB49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065D2-DBA8-19CF-BFB8-5146200A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532B9-591F-F40D-0450-588AF3F2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46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A89EE-FA39-75CF-DE02-44B97A82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5CD3-0131-2663-CD46-8A7728EB3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67890-BF75-8237-A151-44D9035A7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BD6F8-76D1-4D09-1B78-D6F6FF2C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C7CFF-2962-A217-A7A1-94E0A1DE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C24FA-AB32-5C70-C477-5BECE8C9D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94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216FD-CAF9-09F9-74F5-E80E0205B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3B1BF-7BFA-4197-3AFA-1ECEA8E94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0A155-FDD3-59DD-D2A7-30CC119B1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02C93B-A1C5-E1E6-629D-786FC9488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C0032C-F159-855B-BE95-6B35C14E1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74FE86-96FF-269A-7262-B181CCC25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9D5F82-07FC-5C05-C83E-FF910107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5DDD0-846F-70CF-B7EE-E8F0BC8F1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553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56F5E-3215-0FAD-CF0F-F03EDBA2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5C86CD-CE48-0CC1-6A8E-A2379AD50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F3683-5A00-F63B-FC89-695F3F292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BFFAA-DAE8-1D62-E42C-77D0C8C52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31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C0348E-3983-2A4C-3ECF-C0468B19E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23744C-6D44-04B3-7BA2-63B527F5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175B0-F176-A95A-C0BA-7365DC7B7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15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0457-101E-30C7-EF2E-3D6FDD43D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70BB1-8A55-3F0F-94FD-92D1CE7A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E448E-41C2-6A8F-78BD-E999B8AF9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9AE03-3AEA-7082-1C10-BB1EE792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AD164-BAC7-60E4-1E5E-0F6BA4C19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25E43-49C5-FFBC-8852-73C6D5AFF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3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CC23E-40E2-E8BF-E7FE-8978F9DBE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F081A5-353A-5F25-9C1A-1408BBDE3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45DDE-13AC-E302-BA35-7BB8A8583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CD9A4-9898-7C88-83CE-81BDB14F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B9215-0D50-5F3E-DF88-9D177D7C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0FD832-92B8-E10C-F847-BD533C91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810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4BB64-C3C5-9102-8B27-489B526A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BEF78C-BE97-4FAD-4218-0A420FE42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544BA-2FC8-6AC8-AF67-D673673B3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A88B9-D3FC-71F2-E24D-A009D1BA5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7DEEC-1063-1C63-9804-C4C4276AA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482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F7B0C-7870-BBD5-B7B8-40EB50DB2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C421F-7489-E01D-8EF6-1DB98F9BBA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C34F7-5591-EDE8-D9A1-86F18EE13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A5E95-BB5D-05C3-5B40-4736F9338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E5ABE-153B-43EA-0224-B5D7BE0B0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00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2794E9-8978-32D0-FE4E-7DF04727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62474-3FFF-3972-E47E-04261E208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2192C-94EC-322F-72BE-A7CFF7F4ED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E913D0-F810-4867-A425-8814147F2BA7}" type="datetimeFigureOut">
              <a:rPr lang="en-IN" smtClean="0"/>
              <a:t>24-06-2025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A0523-C173-0DF1-7573-DF98CF619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CA2DD-0F7B-DD6A-F2B1-E1E42FB04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F01BD-AE71-4F5A-A6AC-713E08CF35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35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TRFpFBccQM" TargetMode="External"/><Relationship Id="rId2" Type="http://schemas.openxmlformats.org/officeDocument/2006/relationships/hyperlink" Target="https://www.youtube.com/watch?v=OqCK95AS-YE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35C81-5786-D933-8B7E-6A11BE908D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Redis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6F36B8-00A9-45A9-507E-62A06770F1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Ayan Sengupta</a:t>
            </a:r>
          </a:p>
        </p:txBody>
      </p:sp>
    </p:spTree>
    <p:extLst>
      <p:ext uri="{BB962C8B-B14F-4D97-AF65-F5344CB8AC3E}">
        <p14:creationId xmlns:p14="http://schemas.microsoft.com/office/powerpoint/2010/main" val="1260249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97A96-A632-1885-E7EF-443BA91B3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92983"/>
            <a:ext cx="10515600" cy="483961"/>
          </a:xfrm>
        </p:spPr>
        <p:txBody>
          <a:bodyPr>
            <a:normAutofit fontScale="90000"/>
          </a:bodyPr>
          <a:lstStyle/>
          <a:p>
            <a:r>
              <a:rPr lang="en-IN" dirty="0"/>
              <a:t>What is Redis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3A35C5-3FB7-3BFC-9746-E4A314CEB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37" y="729345"/>
            <a:ext cx="5731565" cy="292825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7BBD6C-177D-891C-531A-9033752A1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664" y="412989"/>
            <a:ext cx="5705049" cy="3244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21B084-4050-E426-1949-04E9F67DD4B3}"/>
              </a:ext>
            </a:extLst>
          </p:cNvPr>
          <p:cNvSpPr txBox="1"/>
          <p:nvPr/>
        </p:nvSpPr>
        <p:spPr>
          <a:xfrm>
            <a:off x="6781800" y="3853543"/>
            <a:ext cx="38970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On top of being a cache it can also be used as a fully fledged database with multiple data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It’s modular design extends Redis Core into other modules like </a:t>
            </a:r>
            <a:r>
              <a:rPr lang="en-IN" dirty="0" err="1"/>
              <a:t>RediSearch</a:t>
            </a:r>
            <a:r>
              <a:rPr lang="en-IN" dirty="0"/>
              <a:t>, </a:t>
            </a:r>
            <a:r>
              <a:rPr lang="en-IN" dirty="0" err="1"/>
              <a:t>RedisGraph</a:t>
            </a:r>
            <a:r>
              <a:rPr lang="en-IN" dirty="0"/>
              <a:t>, </a:t>
            </a:r>
            <a:r>
              <a:rPr lang="en-IN" dirty="0" err="1"/>
              <a:t>RedisJSON</a:t>
            </a:r>
            <a:r>
              <a:rPr lang="en-IN" dirty="0"/>
              <a:t>, </a:t>
            </a:r>
            <a:r>
              <a:rPr lang="en-IN" dirty="0" err="1"/>
              <a:t>RedisTimeSeries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4A6F98-13A5-C0E0-F09D-9D5EFC0F6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029" y="3853543"/>
            <a:ext cx="4158342" cy="268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112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E2FF-AF96-6AF6-B0A4-318D6A2C9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" y="92983"/>
            <a:ext cx="10515600" cy="440418"/>
          </a:xfrm>
        </p:spPr>
        <p:txBody>
          <a:bodyPr>
            <a:normAutofit fontScale="90000"/>
          </a:bodyPr>
          <a:lstStyle/>
          <a:p>
            <a:r>
              <a:rPr lang="en-IN" dirty="0"/>
              <a:t>How is the data kept safe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D4C52C-259E-5EF9-D438-816FC5BCA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15" y="693608"/>
            <a:ext cx="11038114" cy="591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3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5FC40-2BF9-D5E6-0517-BD71011B5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6406"/>
            <a:ext cx="10515600" cy="440418"/>
          </a:xfrm>
        </p:spPr>
        <p:txBody>
          <a:bodyPr>
            <a:normAutofit fontScale="90000"/>
          </a:bodyPr>
          <a:lstStyle/>
          <a:p>
            <a:r>
              <a:rPr lang="en-IN" dirty="0"/>
              <a:t>Cost Optimization with Redis on Flash (SSD)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EDF3B-0AE4-78CA-0DE1-8C596F13D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28" y="774700"/>
            <a:ext cx="9459686" cy="4740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EC01E-C4CD-196F-9889-C36DF5202EC5}"/>
              </a:ext>
            </a:extLst>
          </p:cNvPr>
          <p:cNvSpPr txBox="1"/>
          <p:nvPr/>
        </p:nvSpPr>
        <p:spPr>
          <a:xfrm>
            <a:off x="849086" y="5954486"/>
            <a:ext cx="9617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Since Ram is expensive a way to optimize cost is to use </a:t>
            </a:r>
            <a:r>
              <a:rPr lang="en-IN" b="1" dirty="0"/>
              <a:t>SSD</a:t>
            </a:r>
            <a:r>
              <a:rPr lang="en-IN" dirty="0"/>
              <a:t> for “</a:t>
            </a:r>
            <a:r>
              <a:rPr lang="en-IN" b="1" dirty="0"/>
              <a:t>warm</a:t>
            </a:r>
            <a:r>
              <a:rPr lang="en-IN" dirty="0"/>
              <a:t>” values</a:t>
            </a:r>
          </a:p>
        </p:txBody>
      </p:sp>
    </p:spTree>
    <p:extLst>
      <p:ext uri="{BB962C8B-B14F-4D97-AF65-F5344CB8AC3E}">
        <p14:creationId xmlns:p14="http://schemas.microsoft.com/office/powerpoint/2010/main" val="1575701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701D9-45F7-8C24-DAC3-9C9E71819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147410"/>
            <a:ext cx="10515600" cy="310061"/>
          </a:xfrm>
        </p:spPr>
        <p:txBody>
          <a:bodyPr>
            <a:normAutofit fontScale="90000"/>
          </a:bodyPr>
          <a:lstStyle/>
          <a:p>
            <a:r>
              <a:rPr lang="en-IN" dirty="0"/>
              <a:t>Scaling (Sharding + Replication)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F41B7A-DA8C-0E29-B9C6-F9E1795DF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56" y="1334946"/>
            <a:ext cx="8567057" cy="44921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CBEE3-821C-BBC7-B443-E362EEC4FBA6}"/>
              </a:ext>
            </a:extLst>
          </p:cNvPr>
          <p:cNvSpPr txBox="1"/>
          <p:nvPr/>
        </p:nvSpPr>
        <p:spPr>
          <a:xfrm>
            <a:off x="4463141" y="3059668"/>
            <a:ext cx="1034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Shard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21B6A5-C83E-2559-ACCE-C27B515A22CF}"/>
              </a:ext>
            </a:extLst>
          </p:cNvPr>
          <p:cNvSpPr txBox="1"/>
          <p:nvPr/>
        </p:nvSpPr>
        <p:spPr>
          <a:xfrm>
            <a:off x="5050970" y="4969056"/>
            <a:ext cx="1034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Shard B</a:t>
            </a:r>
          </a:p>
        </p:txBody>
      </p:sp>
    </p:spTree>
    <p:extLst>
      <p:ext uri="{BB962C8B-B14F-4D97-AF65-F5344CB8AC3E}">
        <p14:creationId xmlns:p14="http://schemas.microsoft.com/office/powerpoint/2010/main" val="1033571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A3C5-E831-3D9C-3282-E47BED53C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9532"/>
          </a:xfrm>
        </p:spPr>
        <p:txBody>
          <a:bodyPr>
            <a:normAutofit fontScale="90000"/>
          </a:bodyPr>
          <a:lstStyle/>
          <a:p>
            <a:r>
              <a:rPr lang="en-IN" dirty="0"/>
              <a:t>HA – Active-Active Geo Distribution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3A30F3-32AC-A5B2-A531-CC07AD04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1736"/>
            <a:ext cx="9677400" cy="4768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6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B67BB-0675-0D77-BEB6-CD584C6BA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158297"/>
            <a:ext cx="10515600" cy="179161"/>
          </a:xfrm>
        </p:spPr>
        <p:txBody>
          <a:bodyPr>
            <a:normAutofit fontScale="90000"/>
          </a:bodyPr>
          <a:lstStyle/>
          <a:p>
            <a:r>
              <a:rPr lang="en-IN" dirty="0"/>
              <a:t>Why is Redis Fast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C421F-A948-D76D-24EB-AC973C38D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80" y="552235"/>
            <a:ext cx="5076492" cy="31395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A2251-CD8E-E55A-AABA-EA67462B7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053" y="474541"/>
            <a:ext cx="5529577" cy="31395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95BC74-170A-845B-4A1C-B38DF4C69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370" y="3906529"/>
            <a:ext cx="7968343" cy="27931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8D1582-19A3-DCE6-0106-3FBC043485D3}"/>
              </a:ext>
            </a:extLst>
          </p:cNvPr>
          <p:cNvSpPr txBox="1"/>
          <p:nvPr/>
        </p:nvSpPr>
        <p:spPr>
          <a:xfrm>
            <a:off x="8382000" y="3906529"/>
            <a:ext cx="36793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Memory based (obviously)</a:t>
            </a:r>
          </a:p>
          <a:p>
            <a:r>
              <a:rPr lang="en-IN" dirty="0"/>
              <a:t>2. Single Event Loop above avoids complexity of multi threaded pessimistic locking. It uses IO Multiplexing to achieve concurrency</a:t>
            </a:r>
          </a:p>
          <a:p>
            <a:r>
              <a:rPr lang="en-IN" dirty="0"/>
              <a:t>3. Efficient data structures that don’t need to worry about persisting to disk</a:t>
            </a:r>
          </a:p>
        </p:txBody>
      </p:sp>
    </p:spTree>
    <p:extLst>
      <p:ext uri="{BB962C8B-B14F-4D97-AF65-F5344CB8AC3E}">
        <p14:creationId xmlns:p14="http://schemas.microsoft.com/office/powerpoint/2010/main" val="1288641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20800-72BA-B972-61E8-D9A0E3F35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98904"/>
          </a:xfrm>
        </p:spPr>
        <p:txBody>
          <a:bodyPr>
            <a:normAutofit fontScale="90000"/>
          </a:bodyPr>
          <a:lstStyle/>
          <a:p>
            <a:r>
              <a:rPr lang="en-IN" dirty="0"/>
              <a:t>Top Use Cases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1AA781-9DA3-5497-6559-B9A57FE41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57" y="1355611"/>
            <a:ext cx="9916886" cy="460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123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2538-AFD5-96DC-AA27-16DBE66DB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9A0FCC-5CA6-B404-4559-90039902CFEA}"/>
              </a:ext>
            </a:extLst>
          </p:cNvPr>
          <p:cNvSpPr txBox="1"/>
          <p:nvPr/>
        </p:nvSpPr>
        <p:spPr>
          <a:xfrm>
            <a:off x="1262743" y="1690688"/>
            <a:ext cx="8305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2"/>
              </a:rPr>
              <a:t>https://www.youtube.com/watch?v=OqCK95AS-YE</a:t>
            </a:r>
            <a:r>
              <a:rPr lang="en-IN" dirty="0"/>
              <a:t>   </a:t>
            </a:r>
          </a:p>
          <a:p>
            <a:endParaRPr lang="en-IN" dirty="0"/>
          </a:p>
          <a:p>
            <a:r>
              <a:rPr lang="en-IN" dirty="0">
                <a:hlinkClick r:id="rId3"/>
              </a:rPr>
              <a:t>https://www.youtube.com/watch?v=5TRFpFBccQM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2350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167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Redis</vt:lpstr>
      <vt:lpstr>What is Redis</vt:lpstr>
      <vt:lpstr>How is the data kept safe</vt:lpstr>
      <vt:lpstr>Cost Optimization with Redis on Flash (SSD) </vt:lpstr>
      <vt:lpstr>Scaling (Sharding + Replication)</vt:lpstr>
      <vt:lpstr>HA – Active-Active Geo Distribution </vt:lpstr>
      <vt:lpstr>Why is Redis Fast</vt:lpstr>
      <vt:lpstr>Top Use Cases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Urmisha Sengupta</dc:creator>
  <cp:lastModifiedBy>Urmisha Sengupta</cp:lastModifiedBy>
  <cp:revision>38</cp:revision>
  <dcterms:created xsi:type="dcterms:W3CDTF">2025-06-23T13:12:58Z</dcterms:created>
  <dcterms:modified xsi:type="dcterms:W3CDTF">2025-06-24T15:41:51Z</dcterms:modified>
</cp:coreProperties>
</file>