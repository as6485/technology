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61" r:id="rId4"/>
    <p:sldId id="262" r:id="rId5"/>
    <p:sldId id="263" r:id="rId6"/>
    <p:sldId id="264" r:id="rId7"/>
    <p:sldId id="265" r:id="rId8"/>
    <p:sldId id="266" r:id="rId9"/>
    <p:sldId id="267" r:id="rId10"/>
    <p:sldId id="25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89E4-2104-1921-823D-AC3026ACEE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F11176-2C5D-24A9-8EBF-54F98896FB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3E4D1D0-5818-9CC2-663A-0CE907F42E9D}"/>
              </a:ext>
            </a:extLst>
          </p:cNvPr>
          <p:cNvSpPr>
            <a:spLocks noGrp="1"/>
          </p:cNvSpPr>
          <p:nvPr>
            <p:ph type="dt" sz="half" idx="10"/>
          </p:nvPr>
        </p:nvSpPr>
        <p:spPr/>
        <p:txBody>
          <a:bodyPr/>
          <a:lstStyle/>
          <a:p>
            <a:fld id="{0E34E9A3-28F9-49BC-BC4E-5AF907695DF0}" type="datetimeFigureOut">
              <a:rPr lang="en-IN" smtClean="0"/>
              <a:t>08-11-2023</a:t>
            </a:fld>
            <a:endParaRPr lang="en-IN"/>
          </a:p>
        </p:txBody>
      </p:sp>
      <p:sp>
        <p:nvSpPr>
          <p:cNvPr id="5" name="Footer Placeholder 4">
            <a:extLst>
              <a:ext uri="{FF2B5EF4-FFF2-40B4-BE49-F238E27FC236}">
                <a16:creationId xmlns:a16="http://schemas.microsoft.com/office/drawing/2014/main" id="{4E853B84-F1C3-5C6A-F606-9E69C80D8A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83230B-AD00-5384-C238-B04DA8A3FFA2}"/>
              </a:ext>
            </a:extLst>
          </p:cNvPr>
          <p:cNvSpPr>
            <a:spLocks noGrp="1"/>
          </p:cNvSpPr>
          <p:nvPr>
            <p:ph type="sldNum" sz="quarter" idx="12"/>
          </p:nvPr>
        </p:nvSpPr>
        <p:spPr/>
        <p:txBody>
          <a:bodyPr/>
          <a:lstStyle/>
          <a:p>
            <a:fld id="{C9301A43-696E-4BD5-A180-5DD26F3899E1}" type="slidenum">
              <a:rPr lang="en-IN" smtClean="0"/>
              <a:t>‹#›</a:t>
            </a:fld>
            <a:endParaRPr lang="en-IN"/>
          </a:p>
        </p:txBody>
      </p:sp>
    </p:spTree>
    <p:extLst>
      <p:ext uri="{BB962C8B-B14F-4D97-AF65-F5344CB8AC3E}">
        <p14:creationId xmlns:p14="http://schemas.microsoft.com/office/powerpoint/2010/main" val="1476920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12B62-4EDF-9B6F-8599-1CB0491DE3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CC2ED8-47B1-87C3-802F-E80DBFC6F2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5A469B-D573-F066-2FDA-96AF6515357F}"/>
              </a:ext>
            </a:extLst>
          </p:cNvPr>
          <p:cNvSpPr>
            <a:spLocks noGrp="1"/>
          </p:cNvSpPr>
          <p:nvPr>
            <p:ph type="dt" sz="half" idx="10"/>
          </p:nvPr>
        </p:nvSpPr>
        <p:spPr/>
        <p:txBody>
          <a:bodyPr/>
          <a:lstStyle/>
          <a:p>
            <a:fld id="{0E34E9A3-28F9-49BC-BC4E-5AF907695DF0}" type="datetimeFigureOut">
              <a:rPr lang="en-IN" smtClean="0"/>
              <a:t>08-11-2023</a:t>
            </a:fld>
            <a:endParaRPr lang="en-IN"/>
          </a:p>
        </p:txBody>
      </p:sp>
      <p:sp>
        <p:nvSpPr>
          <p:cNvPr id="5" name="Footer Placeholder 4">
            <a:extLst>
              <a:ext uri="{FF2B5EF4-FFF2-40B4-BE49-F238E27FC236}">
                <a16:creationId xmlns:a16="http://schemas.microsoft.com/office/drawing/2014/main" id="{18A745E2-D6EB-363D-C94B-887ECCF3B7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8BD52D-E346-8703-087C-A25D3C3B51D6}"/>
              </a:ext>
            </a:extLst>
          </p:cNvPr>
          <p:cNvSpPr>
            <a:spLocks noGrp="1"/>
          </p:cNvSpPr>
          <p:nvPr>
            <p:ph type="sldNum" sz="quarter" idx="12"/>
          </p:nvPr>
        </p:nvSpPr>
        <p:spPr/>
        <p:txBody>
          <a:bodyPr/>
          <a:lstStyle/>
          <a:p>
            <a:fld id="{C9301A43-696E-4BD5-A180-5DD26F3899E1}" type="slidenum">
              <a:rPr lang="en-IN" smtClean="0"/>
              <a:t>‹#›</a:t>
            </a:fld>
            <a:endParaRPr lang="en-IN"/>
          </a:p>
        </p:txBody>
      </p:sp>
    </p:spTree>
    <p:extLst>
      <p:ext uri="{BB962C8B-B14F-4D97-AF65-F5344CB8AC3E}">
        <p14:creationId xmlns:p14="http://schemas.microsoft.com/office/powerpoint/2010/main" val="1209741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1046B-7B2A-A54A-CBC0-1DD7DB6892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5F30C1-9140-CAD6-AF64-0C8996A9E6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CD5ADB-38D0-875D-FB2D-2DEA8558E88B}"/>
              </a:ext>
            </a:extLst>
          </p:cNvPr>
          <p:cNvSpPr>
            <a:spLocks noGrp="1"/>
          </p:cNvSpPr>
          <p:nvPr>
            <p:ph type="dt" sz="half" idx="10"/>
          </p:nvPr>
        </p:nvSpPr>
        <p:spPr/>
        <p:txBody>
          <a:bodyPr/>
          <a:lstStyle/>
          <a:p>
            <a:fld id="{0E34E9A3-28F9-49BC-BC4E-5AF907695DF0}" type="datetimeFigureOut">
              <a:rPr lang="en-IN" smtClean="0"/>
              <a:t>08-11-2023</a:t>
            </a:fld>
            <a:endParaRPr lang="en-IN"/>
          </a:p>
        </p:txBody>
      </p:sp>
      <p:sp>
        <p:nvSpPr>
          <p:cNvPr id="5" name="Footer Placeholder 4">
            <a:extLst>
              <a:ext uri="{FF2B5EF4-FFF2-40B4-BE49-F238E27FC236}">
                <a16:creationId xmlns:a16="http://schemas.microsoft.com/office/drawing/2014/main" id="{67FD8D49-6B3A-99A1-7E23-35DD8FE5CA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DC6997-C32F-E5B9-9487-013D031AFFCD}"/>
              </a:ext>
            </a:extLst>
          </p:cNvPr>
          <p:cNvSpPr>
            <a:spLocks noGrp="1"/>
          </p:cNvSpPr>
          <p:nvPr>
            <p:ph type="sldNum" sz="quarter" idx="12"/>
          </p:nvPr>
        </p:nvSpPr>
        <p:spPr/>
        <p:txBody>
          <a:bodyPr/>
          <a:lstStyle/>
          <a:p>
            <a:fld id="{C9301A43-696E-4BD5-A180-5DD26F3899E1}" type="slidenum">
              <a:rPr lang="en-IN" smtClean="0"/>
              <a:t>‹#›</a:t>
            </a:fld>
            <a:endParaRPr lang="en-IN"/>
          </a:p>
        </p:txBody>
      </p:sp>
    </p:spTree>
    <p:extLst>
      <p:ext uri="{BB962C8B-B14F-4D97-AF65-F5344CB8AC3E}">
        <p14:creationId xmlns:p14="http://schemas.microsoft.com/office/powerpoint/2010/main" val="2515971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B12E9-B73D-D42C-2CF5-307C3B39CF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67D77A-AF8C-5685-F72D-9D8A6FBA83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DF870A8-A9F9-3C3B-54D6-0639DBBC0A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F5ADDAE-D00E-8691-AFA6-C50721F961AC}"/>
              </a:ext>
            </a:extLst>
          </p:cNvPr>
          <p:cNvSpPr>
            <a:spLocks noGrp="1"/>
          </p:cNvSpPr>
          <p:nvPr>
            <p:ph type="dt" sz="half" idx="10"/>
          </p:nvPr>
        </p:nvSpPr>
        <p:spPr/>
        <p:txBody>
          <a:bodyPr/>
          <a:lstStyle/>
          <a:p>
            <a:fld id="{0E34E9A3-28F9-49BC-BC4E-5AF907695DF0}" type="datetimeFigureOut">
              <a:rPr lang="en-IN" smtClean="0"/>
              <a:t>08-11-2023</a:t>
            </a:fld>
            <a:endParaRPr lang="en-IN"/>
          </a:p>
        </p:txBody>
      </p:sp>
      <p:sp>
        <p:nvSpPr>
          <p:cNvPr id="6" name="Footer Placeholder 5">
            <a:extLst>
              <a:ext uri="{FF2B5EF4-FFF2-40B4-BE49-F238E27FC236}">
                <a16:creationId xmlns:a16="http://schemas.microsoft.com/office/drawing/2014/main" id="{F730869E-C2B1-9595-2500-BB18B269F5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A5D246-1E7D-9AA8-2650-96F595FD3FC1}"/>
              </a:ext>
            </a:extLst>
          </p:cNvPr>
          <p:cNvSpPr>
            <a:spLocks noGrp="1"/>
          </p:cNvSpPr>
          <p:nvPr>
            <p:ph type="sldNum" sz="quarter" idx="12"/>
          </p:nvPr>
        </p:nvSpPr>
        <p:spPr/>
        <p:txBody>
          <a:bodyPr/>
          <a:lstStyle/>
          <a:p>
            <a:fld id="{C9301A43-696E-4BD5-A180-5DD26F3899E1}" type="slidenum">
              <a:rPr lang="en-IN" smtClean="0"/>
              <a:t>‹#›</a:t>
            </a:fld>
            <a:endParaRPr lang="en-IN"/>
          </a:p>
        </p:txBody>
      </p:sp>
    </p:spTree>
    <p:extLst>
      <p:ext uri="{BB962C8B-B14F-4D97-AF65-F5344CB8AC3E}">
        <p14:creationId xmlns:p14="http://schemas.microsoft.com/office/powerpoint/2010/main" val="4122460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E7750-C92C-9044-C4E4-604F5F37787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9D49FC-8621-7B61-3C74-47CEF8BC94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41761C-E951-F7A4-6F01-9BD3DE0F27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B8CF62-B3FF-FCB5-E59B-AFFBB4C4E9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1D4F31-3169-0D3E-625C-F37F807614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EDFF619-E153-B389-7608-AD2FEAAF10AB}"/>
              </a:ext>
            </a:extLst>
          </p:cNvPr>
          <p:cNvSpPr>
            <a:spLocks noGrp="1"/>
          </p:cNvSpPr>
          <p:nvPr>
            <p:ph type="dt" sz="half" idx="10"/>
          </p:nvPr>
        </p:nvSpPr>
        <p:spPr/>
        <p:txBody>
          <a:bodyPr/>
          <a:lstStyle/>
          <a:p>
            <a:fld id="{0E34E9A3-28F9-49BC-BC4E-5AF907695DF0}" type="datetimeFigureOut">
              <a:rPr lang="en-IN" smtClean="0"/>
              <a:t>08-11-2023</a:t>
            </a:fld>
            <a:endParaRPr lang="en-IN"/>
          </a:p>
        </p:txBody>
      </p:sp>
      <p:sp>
        <p:nvSpPr>
          <p:cNvPr id="8" name="Footer Placeholder 7">
            <a:extLst>
              <a:ext uri="{FF2B5EF4-FFF2-40B4-BE49-F238E27FC236}">
                <a16:creationId xmlns:a16="http://schemas.microsoft.com/office/drawing/2014/main" id="{EC42CF25-73D3-86C6-9357-559841B582B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8244963-CB20-2ADC-8EAE-DC52D008E569}"/>
              </a:ext>
            </a:extLst>
          </p:cNvPr>
          <p:cNvSpPr>
            <a:spLocks noGrp="1"/>
          </p:cNvSpPr>
          <p:nvPr>
            <p:ph type="sldNum" sz="quarter" idx="12"/>
          </p:nvPr>
        </p:nvSpPr>
        <p:spPr/>
        <p:txBody>
          <a:bodyPr/>
          <a:lstStyle/>
          <a:p>
            <a:fld id="{C9301A43-696E-4BD5-A180-5DD26F3899E1}" type="slidenum">
              <a:rPr lang="en-IN" smtClean="0"/>
              <a:t>‹#›</a:t>
            </a:fld>
            <a:endParaRPr lang="en-IN"/>
          </a:p>
        </p:txBody>
      </p:sp>
    </p:spTree>
    <p:extLst>
      <p:ext uri="{BB962C8B-B14F-4D97-AF65-F5344CB8AC3E}">
        <p14:creationId xmlns:p14="http://schemas.microsoft.com/office/powerpoint/2010/main" val="975351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51BF2-B346-373B-053F-62F9A0BA93B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712B2F7-E0A9-3230-E08B-D53837E42079}"/>
              </a:ext>
            </a:extLst>
          </p:cNvPr>
          <p:cNvSpPr>
            <a:spLocks noGrp="1"/>
          </p:cNvSpPr>
          <p:nvPr>
            <p:ph type="dt" sz="half" idx="10"/>
          </p:nvPr>
        </p:nvSpPr>
        <p:spPr/>
        <p:txBody>
          <a:bodyPr/>
          <a:lstStyle/>
          <a:p>
            <a:fld id="{0E34E9A3-28F9-49BC-BC4E-5AF907695DF0}" type="datetimeFigureOut">
              <a:rPr lang="en-IN" smtClean="0"/>
              <a:t>08-11-2023</a:t>
            </a:fld>
            <a:endParaRPr lang="en-IN"/>
          </a:p>
        </p:txBody>
      </p:sp>
      <p:sp>
        <p:nvSpPr>
          <p:cNvPr id="4" name="Footer Placeholder 3">
            <a:extLst>
              <a:ext uri="{FF2B5EF4-FFF2-40B4-BE49-F238E27FC236}">
                <a16:creationId xmlns:a16="http://schemas.microsoft.com/office/drawing/2014/main" id="{BE2A8423-6007-5AE8-9779-BFBB799792A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1B42251-C7D2-5236-48F3-0B8A8FB96290}"/>
              </a:ext>
            </a:extLst>
          </p:cNvPr>
          <p:cNvSpPr>
            <a:spLocks noGrp="1"/>
          </p:cNvSpPr>
          <p:nvPr>
            <p:ph type="sldNum" sz="quarter" idx="12"/>
          </p:nvPr>
        </p:nvSpPr>
        <p:spPr/>
        <p:txBody>
          <a:bodyPr/>
          <a:lstStyle/>
          <a:p>
            <a:fld id="{C9301A43-696E-4BD5-A180-5DD26F3899E1}" type="slidenum">
              <a:rPr lang="en-IN" smtClean="0"/>
              <a:t>‹#›</a:t>
            </a:fld>
            <a:endParaRPr lang="en-IN"/>
          </a:p>
        </p:txBody>
      </p:sp>
    </p:spTree>
    <p:extLst>
      <p:ext uri="{BB962C8B-B14F-4D97-AF65-F5344CB8AC3E}">
        <p14:creationId xmlns:p14="http://schemas.microsoft.com/office/powerpoint/2010/main" val="2714933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1746B6-1CA6-262A-2E86-91D256CBA7FD}"/>
              </a:ext>
            </a:extLst>
          </p:cNvPr>
          <p:cNvSpPr>
            <a:spLocks noGrp="1"/>
          </p:cNvSpPr>
          <p:nvPr>
            <p:ph type="dt" sz="half" idx="10"/>
          </p:nvPr>
        </p:nvSpPr>
        <p:spPr/>
        <p:txBody>
          <a:bodyPr/>
          <a:lstStyle/>
          <a:p>
            <a:fld id="{0E34E9A3-28F9-49BC-BC4E-5AF907695DF0}" type="datetimeFigureOut">
              <a:rPr lang="en-IN" smtClean="0"/>
              <a:t>08-11-2023</a:t>
            </a:fld>
            <a:endParaRPr lang="en-IN"/>
          </a:p>
        </p:txBody>
      </p:sp>
      <p:sp>
        <p:nvSpPr>
          <p:cNvPr id="3" name="Footer Placeholder 2">
            <a:extLst>
              <a:ext uri="{FF2B5EF4-FFF2-40B4-BE49-F238E27FC236}">
                <a16:creationId xmlns:a16="http://schemas.microsoft.com/office/drawing/2014/main" id="{EB5301E5-9CE9-0B19-E34B-E8DDEC4318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3BA50AB-112D-907F-4EBD-AD2E4E807835}"/>
              </a:ext>
            </a:extLst>
          </p:cNvPr>
          <p:cNvSpPr>
            <a:spLocks noGrp="1"/>
          </p:cNvSpPr>
          <p:nvPr>
            <p:ph type="sldNum" sz="quarter" idx="12"/>
          </p:nvPr>
        </p:nvSpPr>
        <p:spPr/>
        <p:txBody>
          <a:bodyPr/>
          <a:lstStyle/>
          <a:p>
            <a:fld id="{C9301A43-696E-4BD5-A180-5DD26F3899E1}" type="slidenum">
              <a:rPr lang="en-IN" smtClean="0"/>
              <a:t>‹#›</a:t>
            </a:fld>
            <a:endParaRPr lang="en-IN"/>
          </a:p>
        </p:txBody>
      </p:sp>
    </p:spTree>
    <p:extLst>
      <p:ext uri="{BB962C8B-B14F-4D97-AF65-F5344CB8AC3E}">
        <p14:creationId xmlns:p14="http://schemas.microsoft.com/office/powerpoint/2010/main" val="72546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1F315-A33B-A1F4-4BC5-B26A25BD60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DE3386-A512-A7FA-C9A0-7257B2C955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540B035-CD14-41E0-7559-E10D0D647E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B9915F-AB45-451C-5932-1C50FC74316F}"/>
              </a:ext>
            </a:extLst>
          </p:cNvPr>
          <p:cNvSpPr>
            <a:spLocks noGrp="1"/>
          </p:cNvSpPr>
          <p:nvPr>
            <p:ph type="dt" sz="half" idx="10"/>
          </p:nvPr>
        </p:nvSpPr>
        <p:spPr/>
        <p:txBody>
          <a:bodyPr/>
          <a:lstStyle/>
          <a:p>
            <a:fld id="{0E34E9A3-28F9-49BC-BC4E-5AF907695DF0}" type="datetimeFigureOut">
              <a:rPr lang="en-IN" smtClean="0"/>
              <a:t>08-11-2023</a:t>
            </a:fld>
            <a:endParaRPr lang="en-IN"/>
          </a:p>
        </p:txBody>
      </p:sp>
      <p:sp>
        <p:nvSpPr>
          <p:cNvPr id="6" name="Footer Placeholder 5">
            <a:extLst>
              <a:ext uri="{FF2B5EF4-FFF2-40B4-BE49-F238E27FC236}">
                <a16:creationId xmlns:a16="http://schemas.microsoft.com/office/drawing/2014/main" id="{E484608B-D5E3-1D9F-411F-0C49FD5A24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EBE781-78C8-099C-F319-74B20A7C473F}"/>
              </a:ext>
            </a:extLst>
          </p:cNvPr>
          <p:cNvSpPr>
            <a:spLocks noGrp="1"/>
          </p:cNvSpPr>
          <p:nvPr>
            <p:ph type="sldNum" sz="quarter" idx="12"/>
          </p:nvPr>
        </p:nvSpPr>
        <p:spPr/>
        <p:txBody>
          <a:bodyPr/>
          <a:lstStyle/>
          <a:p>
            <a:fld id="{C9301A43-696E-4BD5-A180-5DD26F3899E1}" type="slidenum">
              <a:rPr lang="en-IN" smtClean="0"/>
              <a:t>‹#›</a:t>
            </a:fld>
            <a:endParaRPr lang="en-IN"/>
          </a:p>
        </p:txBody>
      </p:sp>
    </p:spTree>
    <p:extLst>
      <p:ext uri="{BB962C8B-B14F-4D97-AF65-F5344CB8AC3E}">
        <p14:creationId xmlns:p14="http://schemas.microsoft.com/office/powerpoint/2010/main" val="2599442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98403-1E03-B531-C0A1-4573443A92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AEE27AA-15F8-57DC-B14F-34DE3B847C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5D1E71E-6108-7040-E786-E5CEDCFAA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26E27A-9574-1814-DDBC-5FF76105C565}"/>
              </a:ext>
            </a:extLst>
          </p:cNvPr>
          <p:cNvSpPr>
            <a:spLocks noGrp="1"/>
          </p:cNvSpPr>
          <p:nvPr>
            <p:ph type="dt" sz="half" idx="10"/>
          </p:nvPr>
        </p:nvSpPr>
        <p:spPr/>
        <p:txBody>
          <a:bodyPr/>
          <a:lstStyle/>
          <a:p>
            <a:fld id="{0E34E9A3-28F9-49BC-BC4E-5AF907695DF0}" type="datetimeFigureOut">
              <a:rPr lang="en-IN" smtClean="0"/>
              <a:t>08-11-2023</a:t>
            </a:fld>
            <a:endParaRPr lang="en-IN"/>
          </a:p>
        </p:txBody>
      </p:sp>
      <p:sp>
        <p:nvSpPr>
          <p:cNvPr id="6" name="Footer Placeholder 5">
            <a:extLst>
              <a:ext uri="{FF2B5EF4-FFF2-40B4-BE49-F238E27FC236}">
                <a16:creationId xmlns:a16="http://schemas.microsoft.com/office/drawing/2014/main" id="{F332A4C6-C89C-9D9B-FE9C-9CC24F96C6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2E488C-3239-B881-D243-DAF33B43BBB6}"/>
              </a:ext>
            </a:extLst>
          </p:cNvPr>
          <p:cNvSpPr>
            <a:spLocks noGrp="1"/>
          </p:cNvSpPr>
          <p:nvPr>
            <p:ph type="sldNum" sz="quarter" idx="12"/>
          </p:nvPr>
        </p:nvSpPr>
        <p:spPr/>
        <p:txBody>
          <a:bodyPr/>
          <a:lstStyle/>
          <a:p>
            <a:fld id="{C9301A43-696E-4BD5-A180-5DD26F3899E1}" type="slidenum">
              <a:rPr lang="en-IN" smtClean="0"/>
              <a:t>‹#›</a:t>
            </a:fld>
            <a:endParaRPr lang="en-IN"/>
          </a:p>
        </p:txBody>
      </p:sp>
    </p:spTree>
    <p:extLst>
      <p:ext uri="{BB962C8B-B14F-4D97-AF65-F5344CB8AC3E}">
        <p14:creationId xmlns:p14="http://schemas.microsoft.com/office/powerpoint/2010/main" val="2112305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07181-81A9-F27C-ED69-F85C0158F6D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9DB9C2-6209-5684-EDC0-B385AB7CC3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A4407A-4D72-3859-4176-C26504057A7F}"/>
              </a:ext>
            </a:extLst>
          </p:cNvPr>
          <p:cNvSpPr>
            <a:spLocks noGrp="1"/>
          </p:cNvSpPr>
          <p:nvPr>
            <p:ph type="dt" sz="half" idx="10"/>
          </p:nvPr>
        </p:nvSpPr>
        <p:spPr/>
        <p:txBody>
          <a:bodyPr/>
          <a:lstStyle/>
          <a:p>
            <a:fld id="{0E34E9A3-28F9-49BC-BC4E-5AF907695DF0}" type="datetimeFigureOut">
              <a:rPr lang="en-IN" smtClean="0"/>
              <a:t>08-11-2023</a:t>
            </a:fld>
            <a:endParaRPr lang="en-IN"/>
          </a:p>
        </p:txBody>
      </p:sp>
      <p:sp>
        <p:nvSpPr>
          <p:cNvPr id="5" name="Footer Placeholder 4">
            <a:extLst>
              <a:ext uri="{FF2B5EF4-FFF2-40B4-BE49-F238E27FC236}">
                <a16:creationId xmlns:a16="http://schemas.microsoft.com/office/drawing/2014/main" id="{D7F65E7B-8ABA-CC93-6A88-F75E084A5F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E27826-A6CC-213C-A211-6198EEF95958}"/>
              </a:ext>
            </a:extLst>
          </p:cNvPr>
          <p:cNvSpPr>
            <a:spLocks noGrp="1"/>
          </p:cNvSpPr>
          <p:nvPr>
            <p:ph type="sldNum" sz="quarter" idx="12"/>
          </p:nvPr>
        </p:nvSpPr>
        <p:spPr/>
        <p:txBody>
          <a:bodyPr/>
          <a:lstStyle/>
          <a:p>
            <a:fld id="{C9301A43-696E-4BD5-A180-5DD26F3899E1}" type="slidenum">
              <a:rPr lang="en-IN" smtClean="0"/>
              <a:t>‹#›</a:t>
            </a:fld>
            <a:endParaRPr lang="en-IN"/>
          </a:p>
        </p:txBody>
      </p:sp>
    </p:spTree>
    <p:extLst>
      <p:ext uri="{BB962C8B-B14F-4D97-AF65-F5344CB8AC3E}">
        <p14:creationId xmlns:p14="http://schemas.microsoft.com/office/powerpoint/2010/main" val="2619684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C8B64E-EDC8-48DF-094E-9788DA6259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717F2E-BFF1-3DF8-F442-A0C9ECCD92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1D1607-07BD-4C30-26D3-DC7C67DB6900}"/>
              </a:ext>
            </a:extLst>
          </p:cNvPr>
          <p:cNvSpPr>
            <a:spLocks noGrp="1"/>
          </p:cNvSpPr>
          <p:nvPr>
            <p:ph type="dt" sz="half" idx="10"/>
          </p:nvPr>
        </p:nvSpPr>
        <p:spPr/>
        <p:txBody>
          <a:bodyPr/>
          <a:lstStyle/>
          <a:p>
            <a:fld id="{0E34E9A3-28F9-49BC-BC4E-5AF907695DF0}" type="datetimeFigureOut">
              <a:rPr lang="en-IN" smtClean="0"/>
              <a:t>08-11-2023</a:t>
            </a:fld>
            <a:endParaRPr lang="en-IN"/>
          </a:p>
        </p:txBody>
      </p:sp>
      <p:sp>
        <p:nvSpPr>
          <p:cNvPr id="5" name="Footer Placeholder 4">
            <a:extLst>
              <a:ext uri="{FF2B5EF4-FFF2-40B4-BE49-F238E27FC236}">
                <a16:creationId xmlns:a16="http://schemas.microsoft.com/office/drawing/2014/main" id="{A6146BFE-F767-CE2E-7626-39E94066C7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FC155C-7B53-3B2B-F6F5-2DD0FD9BD1E6}"/>
              </a:ext>
            </a:extLst>
          </p:cNvPr>
          <p:cNvSpPr>
            <a:spLocks noGrp="1"/>
          </p:cNvSpPr>
          <p:nvPr>
            <p:ph type="sldNum" sz="quarter" idx="12"/>
          </p:nvPr>
        </p:nvSpPr>
        <p:spPr/>
        <p:txBody>
          <a:bodyPr/>
          <a:lstStyle/>
          <a:p>
            <a:fld id="{C9301A43-696E-4BD5-A180-5DD26F3899E1}" type="slidenum">
              <a:rPr lang="en-IN" smtClean="0"/>
              <a:t>‹#›</a:t>
            </a:fld>
            <a:endParaRPr lang="en-IN"/>
          </a:p>
        </p:txBody>
      </p:sp>
    </p:spTree>
    <p:extLst>
      <p:ext uri="{BB962C8B-B14F-4D97-AF65-F5344CB8AC3E}">
        <p14:creationId xmlns:p14="http://schemas.microsoft.com/office/powerpoint/2010/main" val="2278456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3A877B-AFF5-240D-E470-0EFAD09EDC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6735AC-794F-678D-E9E1-794B856C2D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798563-6726-1218-0DA4-07366339C2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34E9A3-28F9-49BC-BC4E-5AF907695DF0}" type="datetimeFigureOut">
              <a:rPr lang="en-IN" smtClean="0"/>
              <a:t>08-11-2023</a:t>
            </a:fld>
            <a:endParaRPr lang="en-IN"/>
          </a:p>
        </p:txBody>
      </p:sp>
      <p:sp>
        <p:nvSpPr>
          <p:cNvPr id="5" name="Footer Placeholder 4">
            <a:extLst>
              <a:ext uri="{FF2B5EF4-FFF2-40B4-BE49-F238E27FC236}">
                <a16:creationId xmlns:a16="http://schemas.microsoft.com/office/drawing/2014/main" id="{E58D7A5E-6DC1-5E4C-0CDA-55A945AC77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7BE6E00-F775-3604-A730-ED158FF22B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301A43-696E-4BD5-A180-5DD26F3899E1}" type="slidenum">
              <a:rPr lang="en-IN" smtClean="0"/>
              <a:t>‹#›</a:t>
            </a:fld>
            <a:endParaRPr lang="en-IN"/>
          </a:p>
        </p:txBody>
      </p:sp>
    </p:spTree>
    <p:extLst>
      <p:ext uri="{BB962C8B-B14F-4D97-AF65-F5344CB8AC3E}">
        <p14:creationId xmlns:p14="http://schemas.microsoft.com/office/powerpoint/2010/main" val="3234545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www.devopsschool.com/blog/amazon-elastic-kubernetes-service-amazon-eks-architecture-explained-with-diagram/" TargetMode="External"/><Relationship Id="rId2" Type="http://schemas.openxmlformats.org/officeDocument/2006/relationships/hyperlink" Target="https://katharharshal1.medium.com/kubernetes-objects-pods-replicasets-and-deployments-44f16b38d9f7" TargetMode="External"/><Relationship Id="rId1" Type="http://schemas.openxmlformats.org/officeDocument/2006/relationships/slideLayout" Target="../slideLayouts/slideLayout6.xml"/><Relationship Id="rId4" Type="http://schemas.openxmlformats.org/officeDocument/2006/relationships/hyperlink" Target="https://bluexp.netapp.com/blog/aws-cvo-blg-aws-ecs-in-depth-architecture-and-deployment-opt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B7658-E015-FBDC-676B-0124326B05E1}"/>
              </a:ext>
            </a:extLst>
          </p:cNvPr>
          <p:cNvSpPr>
            <a:spLocks noGrp="1"/>
          </p:cNvSpPr>
          <p:nvPr>
            <p:ph type="ctrTitle"/>
          </p:nvPr>
        </p:nvSpPr>
        <p:spPr/>
        <p:txBody>
          <a:bodyPr/>
          <a:lstStyle/>
          <a:p>
            <a:r>
              <a:rPr lang="en-IN" dirty="0"/>
              <a:t>Container Technologies</a:t>
            </a:r>
          </a:p>
        </p:txBody>
      </p:sp>
      <p:sp>
        <p:nvSpPr>
          <p:cNvPr id="3" name="Subtitle 2">
            <a:extLst>
              <a:ext uri="{FF2B5EF4-FFF2-40B4-BE49-F238E27FC236}">
                <a16:creationId xmlns:a16="http://schemas.microsoft.com/office/drawing/2014/main" id="{9D39081B-947B-17C8-5FF6-8A6DFAAA790A}"/>
              </a:ext>
            </a:extLst>
          </p:cNvPr>
          <p:cNvSpPr>
            <a:spLocks noGrp="1"/>
          </p:cNvSpPr>
          <p:nvPr>
            <p:ph type="subTitle" idx="1"/>
          </p:nvPr>
        </p:nvSpPr>
        <p:spPr/>
        <p:txBody>
          <a:bodyPr/>
          <a:lstStyle/>
          <a:p>
            <a:r>
              <a:rPr lang="en-IN" dirty="0"/>
              <a:t>Ayan Sengupta</a:t>
            </a:r>
          </a:p>
        </p:txBody>
      </p:sp>
    </p:spTree>
    <p:extLst>
      <p:ext uri="{BB962C8B-B14F-4D97-AF65-F5344CB8AC3E}">
        <p14:creationId xmlns:p14="http://schemas.microsoft.com/office/powerpoint/2010/main" val="2782414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C87B6-CF93-6231-2742-57821D96E859}"/>
              </a:ext>
            </a:extLst>
          </p:cNvPr>
          <p:cNvSpPr>
            <a:spLocks noGrp="1"/>
          </p:cNvSpPr>
          <p:nvPr>
            <p:ph type="title"/>
          </p:nvPr>
        </p:nvSpPr>
        <p:spPr>
          <a:xfrm>
            <a:off x="402771" y="245383"/>
            <a:ext cx="10515600" cy="375104"/>
          </a:xfrm>
        </p:spPr>
        <p:txBody>
          <a:bodyPr>
            <a:normAutofit fontScale="90000"/>
          </a:bodyPr>
          <a:lstStyle/>
          <a:p>
            <a:r>
              <a:rPr lang="en-IN" dirty="0"/>
              <a:t>What is a container</a:t>
            </a:r>
          </a:p>
        </p:txBody>
      </p:sp>
      <p:sp>
        <p:nvSpPr>
          <p:cNvPr id="4" name="TextBox 3">
            <a:extLst>
              <a:ext uri="{FF2B5EF4-FFF2-40B4-BE49-F238E27FC236}">
                <a16:creationId xmlns:a16="http://schemas.microsoft.com/office/drawing/2014/main" id="{1C5CC9F4-F89F-F5DA-15A4-D7B3C3AD1D1B}"/>
              </a:ext>
            </a:extLst>
          </p:cNvPr>
          <p:cNvSpPr txBox="1"/>
          <p:nvPr/>
        </p:nvSpPr>
        <p:spPr>
          <a:xfrm>
            <a:off x="914400" y="859970"/>
            <a:ext cx="10744200" cy="5632311"/>
          </a:xfrm>
          <a:prstGeom prst="rect">
            <a:avLst/>
          </a:prstGeom>
          <a:noFill/>
        </p:spPr>
        <p:txBody>
          <a:bodyPr wrap="square">
            <a:spAutoFit/>
          </a:bodyPr>
          <a:lstStyle/>
          <a:p>
            <a:r>
              <a:rPr lang="en-US" sz="2400" dirty="0"/>
              <a:t>A </a:t>
            </a:r>
            <a:r>
              <a:rPr lang="en-US" sz="2400" b="1" dirty="0"/>
              <a:t>container</a:t>
            </a:r>
            <a:r>
              <a:rPr lang="en-US" sz="2400" dirty="0"/>
              <a:t> is a standard unit of software that packages up code and all its dependencies so the application runs quickly and reliably from one computing environment to another. </a:t>
            </a:r>
          </a:p>
          <a:p>
            <a:endParaRPr lang="en-US" sz="2400" dirty="0"/>
          </a:p>
          <a:p>
            <a:r>
              <a:rPr lang="en-US" sz="2400" dirty="0"/>
              <a:t>A </a:t>
            </a:r>
            <a:r>
              <a:rPr lang="en-US" sz="2400" b="1" dirty="0"/>
              <a:t>Docker container </a:t>
            </a:r>
            <a:r>
              <a:rPr lang="en-US" sz="2400" dirty="0"/>
              <a:t>image is a lightweight, standalone, executable package of software that includes everything needed to run an application: code, runtime, system tools, system libraries and settings.</a:t>
            </a:r>
          </a:p>
          <a:p>
            <a:endParaRPr lang="en-US" sz="2400" dirty="0"/>
          </a:p>
          <a:p>
            <a:r>
              <a:rPr lang="en-US" sz="2400" dirty="0"/>
              <a:t>Container </a:t>
            </a:r>
            <a:r>
              <a:rPr lang="en-US" sz="2400" b="1" dirty="0"/>
              <a:t>images become containers at runtime </a:t>
            </a:r>
            <a:r>
              <a:rPr lang="en-US" sz="2400" dirty="0"/>
              <a:t>and in the case of Docker containers – images become containers when they run on Docker Engine. Available for both Linux and Windows-based applications, containerized software will always run the same, regardless of the infrastructure. Containers isolate software from its environment and ensure that it works uniformly despite differences for instance between development and staging.</a:t>
            </a:r>
          </a:p>
          <a:p>
            <a:endParaRPr lang="en-US" sz="2400" dirty="0"/>
          </a:p>
        </p:txBody>
      </p:sp>
    </p:spTree>
    <p:extLst>
      <p:ext uri="{BB962C8B-B14F-4D97-AF65-F5344CB8AC3E}">
        <p14:creationId xmlns:p14="http://schemas.microsoft.com/office/powerpoint/2010/main" val="4241023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B69E0-6AF3-E8AA-0782-BAB9BDB9DEEE}"/>
              </a:ext>
            </a:extLst>
          </p:cNvPr>
          <p:cNvSpPr>
            <a:spLocks noGrp="1"/>
          </p:cNvSpPr>
          <p:nvPr>
            <p:ph type="title"/>
          </p:nvPr>
        </p:nvSpPr>
        <p:spPr>
          <a:xfrm>
            <a:off x="152400" y="395837"/>
            <a:ext cx="7173686" cy="233589"/>
          </a:xfrm>
        </p:spPr>
        <p:txBody>
          <a:bodyPr>
            <a:normAutofit fontScale="90000"/>
          </a:bodyPr>
          <a:lstStyle/>
          <a:p>
            <a:r>
              <a:rPr lang="en-IN" dirty="0"/>
              <a:t>Containers vs Virtual Machine</a:t>
            </a:r>
          </a:p>
        </p:txBody>
      </p:sp>
      <p:pic>
        <p:nvPicPr>
          <p:cNvPr id="4" name="Picture 3">
            <a:extLst>
              <a:ext uri="{FF2B5EF4-FFF2-40B4-BE49-F238E27FC236}">
                <a16:creationId xmlns:a16="http://schemas.microsoft.com/office/drawing/2014/main" id="{C240C8C9-4CAC-8AB3-D7A8-58AEE19409FA}"/>
              </a:ext>
            </a:extLst>
          </p:cNvPr>
          <p:cNvPicPr>
            <a:picLocks noChangeAspect="1"/>
          </p:cNvPicPr>
          <p:nvPr/>
        </p:nvPicPr>
        <p:blipFill>
          <a:blip r:embed="rId2"/>
          <a:stretch>
            <a:fillRect/>
          </a:stretch>
        </p:blipFill>
        <p:spPr>
          <a:xfrm>
            <a:off x="979714" y="765615"/>
            <a:ext cx="9669771" cy="5696548"/>
          </a:xfrm>
          <a:prstGeom prst="rect">
            <a:avLst/>
          </a:prstGeom>
        </p:spPr>
      </p:pic>
    </p:spTree>
    <p:extLst>
      <p:ext uri="{BB962C8B-B14F-4D97-AF65-F5344CB8AC3E}">
        <p14:creationId xmlns:p14="http://schemas.microsoft.com/office/powerpoint/2010/main" val="1220926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F82037-85D2-19FA-5A88-BF2D8897809A}"/>
              </a:ext>
            </a:extLst>
          </p:cNvPr>
          <p:cNvPicPr>
            <a:picLocks noChangeAspect="1"/>
          </p:cNvPicPr>
          <p:nvPr/>
        </p:nvPicPr>
        <p:blipFill>
          <a:blip r:embed="rId2"/>
          <a:stretch>
            <a:fillRect/>
          </a:stretch>
        </p:blipFill>
        <p:spPr>
          <a:xfrm>
            <a:off x="1856014" y="247921"/>
            <a:ext cx="8479972" cy="6362157"/>
          </a:xfrm>
          <a:prstGeom prst="rect">
            <a:avLst/>
          </a:prstGeom>
        </p:spPr>
      </p:pic>
    </p:spTree>
    <p:extLst>
      <p:ext uri="{BB962C8B-B14F-4D97-AF65-F5344CB8AC3E}">
        <p14:creationId xmlns:p14="http://schemas.microsoft.com/office/powerpoint/2010/main" val="2024868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D2913-0F23-89F3-44E6-D31492E157EF}"/>
              </a:ext>
            </a:extLst>
          </p:cNvPr>
          <p:cNvSpPr>
            <a:spLocks noGrp="1"/>
          </p:cNvSpPr>
          <p:nvPr>
            <p:ph type="title"/>
          </p:nvPr>
        </p:nvSpPr>
        <p:spPr>
          <a:xfrm>
            <a:off x="97971" y="125640"/>
            <a:ext cx="10515600" cy="364218"/>
          </a:xfrm>
        </p:spPr>
        <p:txBody>
          <a:bodyPr>
            <a:normAutofit fontScale="90000"/>
          </a:bodyPr>
          <a:lstStyle/>
          <a:p>
            <a:r>
              <a:rPr lang="en-IN" dirty="0"/>
              <a:t>Kubernetes Features</a:t>
            </a:r>
          </a:p>
        </p:txBody>
      </p:sp>
      <p:pic>
        <p:nvPicPr>
          <p:cNvPr id="4" name="Picture 3">
            <a:extLst>
              <a:ext uri="{FF2B5EF4-FFF2-40B4-BE49-F238E27FC236}">
                <a16:creationId xmlns:a16="http://schemas.microsoft.com/office/drawing/2014/main" id="{8585E4E9-AE45-F8D9-5301-174DFB652AA9}"/>
              </a:ext>
            </a:extLst>
          </p:cNvPr>
          <p:cNvPicPr>
            <a:picLocks noChangeAspect="1"/>
          </p:cNvPicPr>
          <p:nvPr/>
        </p:nvPicPr>
        <p:blipFill>
          <a:blip r:embed="rId2"/>
          <a:stretch>
            <a:fillRect/>
          </a:stretch>
        </p:blipFill>
        <p:spPr>
          <a:xfrm>
            <a:off x="3102429" y="474338"/>
            <a:ext cx="5061857" cy="6222737"/>
          </a:xfrm>
          <a:prstGeom prst="rect">
            <a:avLst/>
          </a:prstGeom>
        </p:spPr>
      </p:pic>
    </p:spTree>
    <p:extLst>
      <p:ext uri="{BB962C8B-B14F-4D97-AF65-F5344CB8AC3E}">
        <p14:creationId xmlns:p14="http://schemas.microsoft.com/office/powerpoint/2010/main" val="2722876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30B4D-D6F3-F5C3-8D5B-53590CEF27B2}"/>
              </a:ext>
            </a:extLst>
          </p:cNvPr>
          <p:cNvSpPr>
            <a:spLocks noGrp="1"/>
          </p:cNvSpPr>
          <p:nvPr>
            <p:ph type="title"/>
          </p:nvPr>
        </p:nvSpPr>
        <p:spPr>
          <a:xfrm>
            <a:off x="191406" y="223612"/>
            <a:ext cx="10515600" cy="266246"/>
          </a:xfrm>
        </p:spPr>
        <p:txBody>
          <a:bodyPr>
            <a:normAutofit fontScale="90000"/>
          </a:bodyPr>
          <a:lstStyle/>
          <a:p>
            <a:r>
              <a:rPr lang="en-IN" dirty="0"/>
              <a:t>Kubernetes Architecture</a:t>
            </a:r>
          </a:p>
        </p:txBody>
      </p:sp>
      <p:pic>
        <p:nvPicPr>
          <p:cNvPr id="1026" name="Picture 2" descr="Deployment">
            <a:extLst>
              <a:ext uri="{FF2B5EF4-FFF2-40B4-BE49-F238E27FC236}">
                <a16:creationId xmlns:a16="http://schemas.microsoft.com/office/drawing/2014/main" id="{482404FF-4F37-3711-3812-8236BBA877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466" y="762001"/>
            <a:ext cx="4687207" cy="56061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D5783E7-DEF6-C3C0-1E5D-72F30DB7C40D}"/>
              </a:ext>
            </a:extLst>
          </p:cNvPr>
          <p:cNvSpPr txBox="1"/>
          <p:nvPr/>
        </p:nvSpPr>
        <p:spPr>
          <a:xfrm>
            <a:off x="5449206" y="762001"/>
            <a:ext cx="6112328" cy="5632311"/>
          </a:xfrm>
          <a:prstGeom prst="rect">
            <a:avLst/>
          </a:prstGeom>
          <a:noFill/>
        </p:spPr>
        <p:txBody>
          <a:bodyPr wrap="square">
            <a:spAutoFit/>
          </a:bodyPr>
          <a:lstStyle/>
          <a:p>
            <a:r>
              <a:rPr lang="en-US" b="1" dirty="0"/>
              <a:t>Node</a:t>
            </a:r>
            <a:r>
              <a:rPr lang="en-US" dirty="0"/>
              <a:t> is a </a:t>
            </a:r>
            <a:r>
              <a:rPr lang="en-US" u="sng" dirty="0"/>
              <a:t>worker machine </a:t>
            </a:r>
            <a:r>
              <a:rPr lang="en-US" dirty="0"/>
              <a:t>in Kubernetes and may be either a virtual or a physical machine, depending on the cluster. Each Node is managed by the control plane. A Node can have multiple pods</a:t>
            </a:r>
          </a:p>
          <a:p>
            <a:endParaRPr lang="en-US" b="1" dirty="0"/>
          </a:p>
          <a:p>
            <a:r>
              <a:rPr lang="en-US" b="1" dirty="0"/>
              <a:t>Pod</a:t>
            </a:r>
            <a:r>
              <a:rPr lang="en-US" dirty="0"/>
              <a:t> is a </a:t>
            </a:r>
            <a:r>
              <a:rPr lang="en-US" u="sng" dirty="0"/>
              <a:t>collection of containers </a:t>
            </a:r>
            <a:r>
              <a:rPr lang="en-US" dirty="0"/>
              <a:t>and its storage inside a node of a Kubernetes cluster. Docker is the most common container runtime used in a Kubernetes Pod</a:t>
            </a:r>
          </a:p>
          <a:p>
            <a:endParaRPr lang="en-US" dirty="0"/>
          </a:p>
          <a:p>
            <a:r>
              <a:rPr lang="en-US" b="1" dirty="0"/>
              <a:t>ReplicaSet</a:t>
            </a:r>
            <a:r>
              <a:rPr lang="en-US" dirty="0"/>
              <a:t> maintains a </a:t>
            </a:r>
            <a:r>
              <a:rPr lang="en-US" u="sng" dirty="0"/>
              <a:t>stable set of replicated pods </a:t>
            </a:r>
            <a:r>
              <a:rPr lang="en-US" dirty="0"/>
              <a:t>running within a cluster at any given time. Features: </a:t>
            </a:r>
          </a:p>
          <a:p>
            <a:pPr marL="285750" indent="-285750">
              <a:buFont typeface="Arial" panose="020B0604020202020204" pitchFamily="34" charset="0"/>
              <a:buChar char="•"/>
            </a:pPr>
            <a:r>
              <a:rPr lang="en-US" dirty="0"/>
              <a:t>a pod template for creating new pods whenever existing ones fail </a:t>
            </a:r>
          </a:p>
          <a:p>
            <a:pPr marL="285750" indent="-285750">
              <a:buFont typeface="Arial" panose="020B0604020202020204" pitchFamily="34" charset="0"/>
              <a:buChar char="•"/>
            </a:pPr>
            <a:r>
              <a:rPr lang="en-US" dirty="0"/>
              <a:t>replica count for maintaining the desired number of replicas</a:t>
            </a:r>
          </a:p>
          <a:p>
            <a:pPr marL="285750" indent="-285750">
              <a:buFont typeface="Arial" panose="020B0604020202020204" pitchFamily="34" charset="0"/>
              <a:buChar char="•"/>
            </a:pPr>
            <a:endParaRPr lang="en-US" dirty="0"/>
          </a:p>
          <a:p>
            <a:r>
              <a:rPr lang="en-US" b="1" dirty="0"/>
              <a:t>Deployment</a:t>
            </a:r>
            <a:r>
              <a:rPr lang="en-US" dirty="0"/>
              <a:t> tells Kubernetes how to create or modify instances of the pods that hold a containerized application. Deployments can help to efficiently scale the number of replica pods, enable the rollout of updated code in a controlled manner, or roll back to an earlier deployment version if necessary.</a:t>
            </a:r>
            <a:endParaRPr lang="en-IN" dirty="0"/>
          </a:p>
        </p:txBody>
      </p:sp>
      <p:sp>
        <p:nvSpPr>
          <p:cNvPr id="7" name="TextBox 6">
            <a:extLst>
              <a:ext uri="{FF2B5EF4-FFF2-40B4-BE49-F238E27FC236}">
                <a16:creationId xmlns:a16="http://schemas.microsoft.com/office/drawing/2014/main" id="{84DFD02E-7B91-FDB0-97F0-A9353454FC57}"/>
              </a:ext>
            </a:extLst>
          </p:cNvPr>
          <p:cNvSpPr txBox="1"/>
          <p:nvPr/>
        </p:nvSpPr>
        <p:spPr>
          <a:xfrm rot="16200000">
            <a:off x="-1792901" y="3193436"/>
            <a:ext cx="4953000" cy="769441"/>
          </a:xfrm>
          <a:prstGeom prst="rect">
            <a:avLst/>
          </a:prstGeom>
          <a:noFill/>
        </p:spPr>
        <p:txBody>
          <a:bodyPr wrap="square" rtlCol="0">
            <a:spAutoFit/>
          </a:bodyPr>
          <a:lstStyle/>
          <a:p>
            <a:pPr algn="ctr"/>
            <a:r>
              <a:rPr lang="en-IN" sz="4400" dirty="0"/>
              <a:t>Kubernetes Cluster</a:t>
            </a:r>
          </a:p>
        </p:txBody>
      </p:sp>
    </p:spTree>
    <p:extLst>
      <p:ext uri="{BB962C8B-B14F-4D97-AF65-F5344CB8AC3E}">
        <p14:creationId xmlns:p14="http://schemas.microsoft.com/office/powerpoint/2010/main" val="1259038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455DF-6854-D9A7-4176-2511D8C86F76}"/>
              </a:ext>
            </a:extLst>
          </p:cNvPr>
          <p:cNvSpPr>
            <a:spLocks noGrp="1"/>
          </p:cNvSpPr>
          <p:nvPr>
            <p:ph type="title"/>
          </p:nvPr>
        </p:nvSpPr>
        <p:spPr>
          <a:xfrm>
            <a:off x="119743" y="152400"/>
            <a:ext cx="11865427" cy="707572"/>
          </a:xfrm>
        </p:spPr>
        <p:txBody>
          <a:bodyPr>
            <a:normAutofit/>
          </a:bodyPr>
          <a:lstStyle/>
          <a:p>
            <a:r>
              <a:rPr lang="en-IN" sz="3200" dirty="0"/>
              <a:t>Azure Kubernetes Service - Managed Kubernetes service on Azure</a:t>
            </a:r>
          </a:p>
        </p:txBody>
      </p:sp>
      <p:pic>
        <p:nvPicPr>
          <p:cNvPr id="7" name="Graphic 6">
            <a:extLst>
              <a:ext uri="{FF2B5EF4-FFF2-40B4-BE49-F238E27FC236}">
                <a16:creationId xmlns:a16="http://schemas.microsoft.com/office/drawing/2014/main" id="{F1CB1CFF-01CD-E078-8CEE-F2D31FC7DF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1371" y="848417"/>
            <a:ext cx="10809515" cy="5737440"/>
          </a:xfrm>
          <a:prstGeom prst="rect">
            <a:avLst/>
          </a:prstGeom>
        </p:spPr>
      </p:pic>
    </p:spTree>
    <p:extLst>
      <p:ext uri="{BB962C8B-B14F-4D97-AF65-F5344CB8AC3E}">
        <p14:creationId xmlns:p14="http://schemas.microsoft.com/office/powerpoint/2010/main" val="2184777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37CBA-F092-7734-A30A-ADAB654EA699}"/>
              </a:ext>
            </a:extLst>
          </p:cNvPr>
          <p:cNvSpPr>
            <a:spLocks noGrp="1"/>
          </p:cNvSpPr>
          <p:nvPr>
            <p:ph type="title"/>
          </p:nvPr>
        </p:nvSpPr>
        <p:spPr>
          <a:xfrm>
            <a:off x="380999" y="321584"/>
            <a:ext cx="11299371" cy="527504"/>
          </a:xfrm>
        </p:spPr>
        <p:txBody>
          <a:bodyPr>
            <a:normAutofit fontScale="90000"/>
          </a:bodyPr>
          <a:lstStyle/>
          <a:p>
            <a:r>
              <a:rPr lang="en-IN" dirty="0"/>
              <a:t>Elastic Kubernetes Service – Managed option on AWS</a:t>
            </a:r>
          </a:p>
        </p:txBody>
      </p:sp>
      <p:pic>
        <p:nvPicPr>
          <p:cNvPr id="3074" name="Picture 2">
            <a:extLst>
              <a:ext uri="{FF2B5EF4-FFF2-40B4-BE49-F238E27FC236}">
                <a16:creationId xmlns:a16="http://schemas.microsoft.com/office/drawing/2014/main" id="{67918168-5EDE-008D-72D2-F7EBE59A9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629" y="1057953"/>
            <a:ext cx="10668000" cy="5478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9967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B7EC1-D640-2E2B-F1B7-2B2F6BBBD600}"/>
              </a:ext>
            </a:extLst>
          </p:cNvPr>
          <p:cNvSpPr>
            <a:spLocks noGrp="1"/>
          </p:cNvSpPr>
          <p:nvPr>
            <p:ph type="title"/>
          </p:nvPr>
        </p:nvSpPr>
        <p:spPr>
          <a:xfrm>
            <a:off x="0" y="65314"/>
            <a:ext cx="10515600" cy="581932"/>
          </a:xfrm>
        </p:spPr>
        <p:txBody>
          <a:bodyPr>
            <a:normAutofit fontScale="90000"/>
          </a:bodyPr>
          <a:lstStyle/>
          <a:p>
            <a:r>
              <a:rPr lang="en-IN" sz="3600" dirty="0"/>
              <a:t>Elastic Container Service – AWS Native and Opiniated offering</a:t>
            </a:r>
          </a:p>
        </p:txBody>
      </p:sp>
      <p:pic>
        <p:nvPicPr>
          <p:cNvPr id="4098" name="Picture 2">
            <a:extLst>
              <a:ext uri="{FF2B5EF4-FFF2-40B4-BE49-F238E27FC236}">
                <a16:creationId xmlns:a16="http://schemas.microsoft.com/office/drawing/2014/main" id="{C9FC59B8-7CDF-58FD-0797-8532D94E50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8572" y="1155309"/>
            <a:ext cx="4642077" cy="521283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5BCEDB2-AEA8-0707-3AE7-41371FAEC5D4}"/>
              </a:ext>
            </a:extLst>
          </p:cNvPr>
          <p:cNvSpPr txBox="1"/>
          <p:nvPr/>
        </p:nvSpPr>
        <p:spPr>
          <a:xfrm>
            <a:off x="6014358" y="1258277"/>
            <a:ext cx="5437413" cy="2031325"/>
          </a:xfrm>
          <a:prstGeom prst="rect">
            <a:avLst/>
          </a:prstGeom>
          <a:noFill/>
        </p:spPr>
        <p:txBody>
          <a:bodyPr wrap="square">
            <a:spAutoFit/>
          </a:bodyPr>
          <a:lstStyle/>
          <a:p>
            <a:r>
              <a:rPr lang="en-US" b="1" dirty="0"/>
              <a:t>AWS </a:t>
            </a:r>
            <a:r>
              <a:rPr lang="en-US" b="1" dirty="0" err="1"/>
              <a:t>Fargate</a:t>
            </a:r>
            <a:r>
              <a:rPr lang="en-US" b="1" dirty="0"/>
              <a:t> </a:t>
            </a:r>
            <a:r>
              <a:rPr lang="en-US" dirty="0"/>
              <a:t>is a serverless, pay-as-you-go compute engine that allows you to focus on building applications without managing servers. </a:t>
            </a:r>
          </a:p>
          <a:p>
            <a:endParaRPr lang="en-US" dirty="0"/>
          </a:p>
          <a:p>
            <a:endParaRPr lang="en-US" dirty="0"/>
          </a:p>
          <a:p>
            <a:r>
              <a:rPr lang="en-US" dirty="0"/>
              <a:t>We can choose between EC2 vs </a:t>
            </a:r>
            <a:r>
              <a:rPr lang="en-US" dirty="0" err="1"/>
              <a:t>Fargate</a:t>
            </a:r>
            <a:r>
              <a:rPr lang="en-US" dirty="0"/>
              <a:t> compute options </a:t>
            </a:r>
            <a:r>
              <a:rPr lang="en-US"/>
              <a:t>for both ECS and EKS</a:t>
            </a:r>
            <a:endParaRPr lang="en-IN" dirty="0"/>
          </a:p>
        </p:txBody>
      </p:sp>
    </p:spTree>
    <p:extLst>
      <p:ext uri="{BB962C8B-B14F-4D97-AF65-F5344CB8AC3E}">
        <p14:creationId xmlns:p14="http://schemas.microsoft.com/office/powerpoint/2010/main" val="2081387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4E1D2-CE29-0DB7-979E-83FB2AF68515}"/>
              </a:ext>
            </a:extLst>
          </p:cNvPr>
          <p:cNvSpPr>
            <a:spLocks noGrp="1"/>
          </p:cNvSpPr>
          <p:nvPr>
            <p:ph type="title"/>
          </p:nvPr>
        </p:nvSpPr>
        <p:spPr/>
        <p:txBody>
          <a:bodyPr/>
          <a:lstStyle/>
          <a:p>
            <a:r>
              <a:rPr lang="en-IN" dirty="0"/>
              <a:t>References</a:t>
            </a:r>
          </a:p>
        </p:txBody>
      </p:sp>
      <p:sp>
        <p:nvSpPr>
          <p:cNvPr id="4" name="TextBox 3">
            <a:extLst>
              <a:ext uri="{FF2B5EF4-FFF2-40B4-BE49-F238E27FC236}">
                <a16:creationId xmlns:a16="http://schemas.microsoft.com/office/drawing/2014/main" id="{AB74D227-2918-9160-F593-154346083C9B}"/>
              </a:ext>
            </a:extLst>
          </p:cNvPr>
          <p:cNvSpPr txBox="1"/>
          <p:nvPr/>
        </p:nvSpPr>
        <p:spPr>
          <a:xfrm>
            <a:off x="968828" y="1587864"/>
            <a:ext cx="8893629" cy="4801314"/>
          </a:xfrm>
          <a:prstGeom prst="rect">
            <a:avLst/>
          </a:prstGeom>
          <a:noFill/>
        </p:spPr>
        <p:txBody>
          <a:bodyPr wrap="square">
            <a:spAutoFit/>
          </a:bodyPr>
          <a:lstStyle/>
          <a:p>
            <a:r>
              <a:rPr lang="en-IN" dirty="0">
                <a:hlinkClick r:id="rId2"/>
              </a:rPr>
              <a:t>https://katharharshal1.medium.com/kubernetes-objects-pods-replicasets-and-deployments-44f16b38d9f7</a:t>
            </a:r>
            <a:r>
              <a:rPr lang="en-IN" dirty="0"/>
              <a:t> </a:t>
            </a:r>
          </a:p>
          <a:p>
            <a:endParaRPr lang="en-IN" dirty="0"/>
          </a:p>
          <a:p>
            <a:r>
              <a:rPr lang="en-IN" dirty="0">
                <a:hlinkClick r:id="rId3"/>
              </a:rPr>
              <a:t>https://www.devopsschool.com/blog/amazon-elastic-kubernetes-service-amazon-eks-architecture-explained-with-diagram/</a:t>
            </a:r>
            <a:endParaRPr lang="en-IN" dirty="0"/>
          </a:p>
          <a:p>
            <a:endParaRPr lang="en-IN" dirty="0"/>
          </a:p>
          <a:p>
            <a:r>
              <a:rPr lang="en-IN" dirty="0">
                <a:hlinkClick r:id="rId4"/>
              </a:rPr>
              <a:t>https://bluexp.netapp.com/blog/aws-cvo-blg-aws-ecs-in-depth-architecture-and-deployment-options</a:t>
            </a:r>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4262507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TotalTime>
  <Words>401</Words>
  <Application>Microsoft Office PowerPoint</Application>
  <PresentationFormat>Widescreen</PresentationFormat>
  <Paragraphs>41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Container Technologies</vt:lpstr>
      <vt:lpstr>What is a container</vt:lpstr>
      <vt:lpstr>Containers vs Virtual Machine</vt:lpstr>
      <vt:lpstr>PowerPoint Presentation</vt:lpstr>
      <vt:lpstr>Kubernetes Features</vt:lpstr>
      <vt:lpstr>Kubernetes Architecture</vt:lpstr>
      <vt:lpstr>Azure Kubernetes Service - Managed Kubernetes service on Azure</vt:lpstr>
      <vt:lpstr>Elastic Kubernetes Service – Managed option on AWS</vt:lpstr>
      <vt:lpstr>Elastic Container Service – AWS Native and Opiniated offering</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Container Technologies</dc:title>
  <dc:creator>Urmisha Sengupta</dc:creator>
  <cp:lastModifiedBy>Urmisha Sengupta</cp:lastModifiedBy>
  <cp:revision>37</cp:revision>
  <dcterms:created xsi:type="dcterms:W3CDTF">2023-11-08T04:27:00Z</dcterms:created>
  <dcterms:modified xsi:type="dcterms:W3CDTF">2023-11-08T07:24:53Z</dcterms:modified>
</cp:coreProperties>
</file>